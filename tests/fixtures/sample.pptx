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QuarterlyReportSlide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SlideOneBullet</a:t>
            </a:r>
          </a:p>
          <a:p>
            <a:pPr/>
            <a:r>
              <a:t>Second bullet on slide one</a:t>
            </a:r>
          </a:p>
          <a:p>
            <a:pPr/>
            <a:r>
              <a:t>Third bullet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Update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SlideTwoBullet</a:t>
            </a:r>
          </a:p>
          <a:p>
            <a:pPr/>
            <a:r>
              <a:t>Headcount stable</a:t>
            </a:r>
          </a:p>
          <a:p>
            <a:pPr/>
            <a:r>
              <a:t>Costs down 4%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SlideThreeBullet</a:t>
            </a:r>
          </a:p>
          <a:p>
            <a:pPr/>
            <a:r>
              <a:t>Ship the beta</a:t>
            </a:r>
          </a:p>
          <a:p>
            <a:pPr/>
            <a:r>
              <a:t>Review in May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Fixture</dc:title>
  <dc:subject/>
  <dc:creator>Fixture Author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